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1pPr>
    <a:lvl2pPr marL="156751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2pPr>
    <a:lvl3pPr marL="3135020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3pPr>
    <a:lvl4pPr marL="470253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4pPr>
    <a:lvl5pPr marL="627004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5pPr>
    <a:lvl6pPr marL="783755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6pPr>
    <a:lvl7pPr marL="940506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7pPr>
    <a:lvl8pPr marL="10972571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8pPr>
    <a:lvl9pPr marL="12540082" algn="l" defTabSz="3135020" rtl="0" eaLnBrk="1" latinLnBrk="0" hangingPunct="1">
      <a:defRPr sz="6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9C1"/>
    <a:srgbClr val="FF3399"/>
    <a:srgbClr val="3366FF"/>
    <a:srgbClr val="CC9900"/>
    <a:srgbClr val="FFCC66"/>
    <a:srgbClr val="FFCCFF"/>
    <a:srgbClr val="14A8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4" autoAdjust="0"/>
    <p:restoredTop sz="91099" autoAdjust="0"/>
  </p:normalViewPr>
  <p:slideViewPr>
    <p:cSldViewPr>
      <p:cViewPr>
        <p:scale>
          <a:sx n="50" d="100"/>
          <a:sy n="50" d="100"/>
        </p:scale>
        <p:origin x="797" y="-4459"/>
      </p:cViewPr>
      <p:guideLst>
        <p:guide orient="horz" pos="10368"/>
        <p:guide pos="6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16-Feb-15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9D64F-153A-4907-A2C1-44CF338817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715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16-Feb-15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80618-307D-484D-9BD7-A00C6E9005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477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22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0226042"/>
            <a:ext cx="1865376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1840" y="18653760"/>
            <a:ext cx="1536192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67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13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7025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27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837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405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551" y="21153122"/>
            <a:ext cx="18653760" cy="6537960"/>
          </a:xfrm>
        </p:spPr>
        <p:txBody>
          <a:bodyPr anchor="t"/>
          <a:lstStyle>
            <a:lvl1pPr algn="l">
              <a:defRPr sz="13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3551" y="13952225"/>
            <a:ext cx="18653760" cy="7200898"/>
          </a:xfrm>
        </p:spPr>
        <p:txBody>
          <a:bodyPr anchor="b"/>
          <a:lstStyle>
            <a:lvl1pPr marL="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1pPr>
            <a:lvl2pPr marL="156751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3135020" indent="0">
              <a:buNone/>
              <a:defRPr sz="5500">
                <a:solidFill>
                  <a:schemeClr val="tx1">
                    <a:tint val="75000"/>
                  </a:schemeClr>
                </a:solidFill>
              </a:defRPr>
            </a:lvl3pPr>
            <a:lvl4pPr marL="470253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4pPr>
            <a:lvl5pPr marL="627004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5pPr>
            <a:lvl6pPr marL="783755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940506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10972571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12540082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32712" y="36865560"/>
            <a:ext cx="23519129" cy="10427970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517600" y="36865560"/>
            <a:ext cx="23519131" cy="104279702"/>
          </a:xfrm>
        </p:spPr>
        <p:txBody>
          <a:bodyPr/>
          <a:lstStyle>
            <a:lvl1pPr>
              <a:defRPr sz="9600"/>
            </a:lvl1pPr>
            <a:lvl2pPr>
              <a:defRPr sz="8200"/>
            </a:lvl2pPr>
            <a:lvl3pPr>
              <a:defRPr sz="690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18262"/>
            <a:ext cx="1975104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7368542"/>
            <a:ext cx="9696451" cy="307085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10439400"/>
            <a:ext cx="9696451" cy="1896618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48061" y="7368542"/>
            <a:ext cx="9700260" cy="3070858"/>
          </a:xfrm>
        </p:spPr>
        <p:txBody>
          <a:bodyPr anchor="b"/>
          <a:lstStyle>
            <a:lvl1pPr marL="0" indent="0">
              <a:buNone/>
              <a:defRPr sz="8200" b="1"/>
            </a:lvl1pPr>
            <a:lvl2pPr marL="1567510" indent="0">
              <a:buNone/>
              <a:defRPr sz="6900" b="1"/>
            </a:lvl2pPr>
            <a:lvl3pPr marL="3135020" indent="0">
              <a:buNone/>
              <a:defRPr sz="6200" b="1"/>
            </a:lvl3pPr>
            <a:lvl4pPr marL="4702531" indent="0">
              <a:buNone/>
              <a:defRPr sz="5500" b="1"/>
            </a:lvl4pPr>
            <a:lvl5pPr marL="6270041" indent="0">
              <a:buNone/>
              <a:defRPr sz="5500" b="1"/>
            </a:lvl5pPr>
            <a:lvl6pPr marL="7837551" indent="0">
              <a:buNone/>
              <a:defRPr sz="5500" b="1"/>
            </a:lvl6pPr>
            <a:lvl7pPr marL="9405061" indent="0">
              <a:buNone/>
              <a:defRPr sz="5500" b="1"/>
            </a:lvl7pPr>
            <a:lvl8pPr marL="10972571" indent="0">
              <a:buNone/>
              <a:defRPr sz="5500" b="1"/>
            </a:lvl8pPr>
            <a:lvl9pPr marL="12540082" indent="0">
              <a:buNone/>
              <a:defRPr sz="5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48061" y="10439400"/>
            <a:ext cx="9700260" cy="18966182"/>
          </a:xfrm>
        </p:spPr>
        <p:txBody>
          <a:bodyPr/>
          <a:lstStyle>
            <a:lvl1pPr>
              <a:defRPr sz="8200"/>
            </a:lvl1pPr>
            <a:lvl2pPr>
              <a:defRPr sz="6900"/>
            </a:lvl2pPr>
            <a:lvl3pPr>
              <a:defRPr sz="6200"/>
            </a:lvl3pPr>
            <a:lvl4pPr>
              <a:defRPr sz="5500"/>
            </a:lvl4pPr>
            <a:lvl5pPr>
              <a:defRPr sz="5500"/>
            </a:lvl5pPr>
            <a:lvl6pPr>
              <a:defRPr sz="5500"/>
            </a:lvl6pPr>
            <a:lvl7pPr>
              <a:defRPr sz="5500"/>
            </a:lvl7pPr>
            <a:lvl8pPr>
              <a:defRPr sz="5500"/>
            </a:lvl8pPr>
            <a:lvl9pPr>
              <a:defRPr sz="5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1" y="1310640"/>
            <a:ext cx="7219951" cy="5577840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120" y="1310643"/>
            <a:ext cx="12268200" cy="28094942"/>
          </a:xfrm>
        </p:spPr>
        <p:txBody>
          <a:bodyPr/>
          <a:lstStyle>
            <a:lvl1pPr>
              <a:defRPr sz="11000"/>
            </a:lvl1pPr>
            <a:lvl2pPr>
              <a:defRPr sz="9600"/>
            </a:lvl2pPr>
            <a:lvl3pPr>
              <a:defRPr sz="82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1" y="6888483"/>
            <a:ext cx="7219951" cy="22517102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1491" y="23042880"/>
            <a:ext cx="13167360" cy="2720342"/>
          </a:xfrm>
        </p:spPr>
        <p:txBody>
          <a:bodyPr anchor="b"/>
          <a:lstStyle>
            <a:lvl1pPr algn="l">
              <a:defRPr sz="6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01491" y="2941320"/>
            <a:ext cx="13167360" cy="19751040"/>
          </a:xfrm>
        </p:spPr>
        <p:txBody>
          <a:bodyPr/>
          <a:lstStyle>
            <a:lvl1pPr marL="0" indent="0">
              <a:buNone/>
              <a:defRPr sz="11000"/>
            </a:lvl1pPr>
            <a:lvl2pPr marL="1567510" indent="0">
              <a:buNone/>
              <a:defRPr sz="9600"/>
            </a:lvl2pPr>
            <a:lvl3pPr marL="3135020" indent="0">
              <a:buNone/>
              <a:defRPr sz="8200"/>
            </a:lvl3pPr>
            <a:lvl4pPr marL="4702531" indent="0">
              <a:buNone/>
              <a:defRPr sz="6900"/>
            </a:lvl4pPr>
            <a:lvl5pPr marL="6270041" indent="0">
              <a:buNone/>
              <a:defRPr sz="6900"/>
            </a:lvl5pPr>
            <a:lvl6pPr marL="7837551" indent="0">
              <a:buNone/>
              <a:defRPr sz="6900"/>
            </a:lvl6pPr>
            <a:lvl7pPr marL="9405061" indent="0">
              <a:buNone/>
              <a:defRPr sz="6900"/>
            </a:lvl7pPr>
            <a:lvl8pPr marL="10972571" indent="0">
              <a:buNone/>
              <a:defRPr sz="6900"/>
            </a:lvl8pPr>
            <a:lvl9pPr marL="12540082" indent="0">
              <a:buNone/>
              <a:defRPr sz="6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1491" y="25763222"/>
            <a:ext cx="13167360" cy="3863338"/>
          </a:xfrm>
        </p:spPr>
        <p:txBody>
          <a:bodyPr/>
          <a:lstStyle>
            <a:lvl1pPr marL="0" indent="0">
              <a:buNone/>
              <a:defRPr sz="4800"/>
            </a:lvl1pPr>
            <a:lvl2pPr marL="1567510" indent="0">
              <a:buNone/>
              <a:defRPr sz="4100"/>
            </a:lvl2pPr>
            <a:lvl3pPr marL="3135020" indent="0">
              <a:buNone/>
              <a:defRPr sz="3400"/>
            </a:lvl3pPr>
            <a:lvl4pPr marL="4702531" indent="0">
              <a:buNone/>
              <a:defRPr sz="3100"/>
            </a:lvl4pPr>
            <a:lvl5pPr marL="6270041" indent="0">
              <a:buNone/>
              <a:defRPr sz="3100"/>
            </a:lvl5pPr>
            <a:lvl6pPr marL="7837551" indent="0">
              <a:buNone/>
              <a:defRPr sz="3100"/>
            </a:lvl6pPr>
            <a:lvl7pPr marL="9405061" indent="0">
              <a:buNone/>
              <a:defRPr sz="3100"/>
            </a:lvl7pPr>
            <a:lvl8pPr marL="10972571" indent="0">
              <a:buNone/>
              <a:defRPr sz="3100"/>
            </a:lvl8pPr>
            <a:lvl9pPr marL="12540082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87632" y="6324600"/>
            <a:ext cx="11849100" cy="134820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32711" y="6324600"/>
            <a:ext cx="35189160" cy="1348206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1318262"/>
            <a:ext cx="19751040" cy="5486400"/>
          </a:xfrm>
          <a:prstGeom prst="rect">
            <a:avLst/>
          </a:prstGeom>
        </p:spPr>
        <p:txBody>
          <a:bodyPr vert="horz" lIns="313502" tIns="156751" rIns="313502" bIns="15675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7680963"/>
            <a:ext cx="19751040" cy="21724622"/>
          </a:xfrm>
          <a:prstGeom prst="rect">
            <a:avLst/>
          </a:prstGeom>
        </p:spPr>
        <p:txBody>
          <a:bodyPr vert="horz" lIns="313502" tIns="156751" rIns="313502" bIns="1567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30510482"/>
            <a:ext cx="5120640" cy="17526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l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16-Feb-15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98080" y="30510482"/>
            <a:ext cx="6949440" cy="17526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ct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27680" y="30510482"/>
            <a:ext cx="5120640" cy="1752600"/>
          </a:xfrm>
          <a:prstGeom prst="rect">
            <a:avLst/>
          </a:prstGeom>
        </p:spPr>
        <p:txBody>
          <a:bodyPr vert="horz" lIns="313502" tIns="156751" rIns="313502" bIns="156751" rtlCol="0" anchor="ctr"/>
          <a:lstStyle>
            <a:lvl1pPr algn="r">
              <a:defRPr sz="4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3075B-5005-42CC-8A31-3575A292D7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3135020" rtl="0" eaLnBrk="1" latinLnBrk="0" hangingPunct="1">
        <a:spcBef>
          <a:spcPct val="0"/>
        </a:spcBef>
        <a:buNone/>
        <a:defRPr sz="1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75633" indent="-1175633" algn="l" defTabSz="3135020" rtl="0" eaLnBrk="1" latinLnBrk="0" hangingPunct="1">
        <a:spcBef>
          <a:spcPct val="20000"/>
        </a:spcBef>
        <a:buFont typeface="Arial" pitchFamily="34" charset="0"/>
        <a:buChar char="•"/>
        <a:defRPr sz="1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47204" indent="-979694" algn="l" defTabSz="31350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391877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86" indent="-783755" algn="l" defTabSz="3135020" rtl="0" eaLnBrk="1" latinLnBrk="0" hangingPunct="1">
        <a:spcBef>
          <a:spcPct val="20000"/>
        </a:spcBef>
        <a:buFont typeface="Arial" pitchFamily="34" charset="0"/>
        <a:buChar char="–"/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7053796" indent="-783755" algn="l" defTabSz="3135020" rtl="0" eaLnBrk="1" latinLnBrk="0" hangingPunct="1">
        <a:spcBef>
          <a:spcPct val="20000"/>
        </a:spcBef>
        <a:buFont typeface="Arial" pitchFamily="34" charset="0"/>
        <a:buChar char="»"/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62130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188816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175632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23837" indent="-783755" algn="l" defTabSz="3135020" rtl="0" eaLnBrk="1" latinLnBrk="0" hangingPunct="1">
        <a:spcBef>
          <a:spcPct val="20000"/>
        </a:spcBef>
        <a:buFont typeface="Arial" pitchFamily="34" charset="0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1pPr>
      <a:lvl2pPr marL="156751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2pPr>
      <a:lvl3pPr marL="3135020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70253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4pPr>
      <a:lvl5pPr marL="627004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5pPr>
      <a:lvl6pPr marL="783755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6pPr>
      <a:lvl7pPr marL="940506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571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0082" algn="l" defTabSz="3135020" rtl="0" eaLnBrk="1" latinLnBrk="0" hangingPunct="1">
        <a:defRPr sz="6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A9C1">
            <a:alpha val="4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7">
            <a:extLst>
              <a:ext uri="{FF2B5EF4-FFF2-40B4-BE49-F238E27FC236}">
                <a16:creationId xmlns:a16="http://schemas.microsoft.com/office/drawing/2014/main" id="{2A34CEF9-D68C-4CB4-A2FC-275A5AE92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4029248"/>
            <a:ext cx="10549232" cy="859155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779DD43C-AC02-4C99-A4BE-E749E584A1AE}"/>
              </a:ext>
            </a:extLst>
          </p:cNvPr>
          <p:cNvGrpSpPr/>
          <p:nvPr/>
        </p:nvGrpSpPr>
        <p:grpSpPr>
          <a:xfrm>
            <a:off x="381001" y="23164800"/>
            <a:ext cx="10545666" cy="9366779"/>
            <a:chOff x="10959609" y="16278947"/>
            <a:chExt cx="10608175" cy="7799829"/>
          </a:xfrm>
        </p:grpSpPr>
        <p:pic>
          <p:nvPicPr>
            <p:cNvPr id="60" name="Picture 17">
              <a:extLst>
                <a:ext uri="{FF2B5EF4-FFF2-40B4-BE49-F238E27FC236}">
                  <a16:creationId xmlns:a16="http://schemas.microsoft.com/office/drawing/2014/main" id="{43EA01E6-72D2-4E10-B1F2-2FC915EB4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959609" y="16278947"/>
              <a:ext cx="10608175" cy="77998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DAF0F24-179E-4624-91C3-59426696AF08}"/>
                </a:ext>
              </a:extLst>
            </p:cNvPr>
            <p:cNvSpPr/>
            <p:nvPr/>
          </p:nvSpPr>
          <p:spPr>
            <a:xfrm>
              <a:off x="14003549" y="16347391"/>
              <a:ext cx="4578120" cy="435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28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2" name="Picture 18">
            <a:extLst>
              <a:ext uri="{FF2B5EF4-FFF2-40B4-BE49-F238E27FC236}">
                <a16:creationId xmlns:a16="http://schemas.microsoft.com/office/drawing/2014/main" id="{C2B3AA7A-2176-4BD1-831E-DCB02A72F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67446" y="23184286"/>
            <a:ext cx="10292354" cy="97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17">
            <a:extLst>
              <a:ext uri="{FF2B5EF4-FFF2-40B4-BE49-F238E27FC236}">
                <a16:creationId xmlns:a16="http://schemas.microsoft.com/office/drawing/2014/main" id="{1A0E55DB-3A0E-4100-ACAC-1D200E81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2800" y="4431744"/>
            <a:ext cx="10358581" cy="905049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</p:pic>
      <p:pic>
        <p:nvPicPr>
          <p:cNvPr id="43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36946" y="14006956"/>
            <a:ext cx="10341904" cy="8613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Rectangle 60"/>
          <p:cNvSpPr/>
          <p:nvPr/>
        </p:nvSpPr>
        <p:spPr>
          <a:xfrm>
            <a:off x="393192" y="304800"/>
            <a:ext cx="20948904" cy="228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99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14400" y="457200"/>
            <a:ext cx="2057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1" name="Rectangle 100"/>
          <p:cNvSpPr/>
          <p:nvPr/>
        </p:nvSpPr>
        <p:spPr>
          <a:xfrm>
            <a:off x="838200" y="2911495"/>
            <a:ext cx="20421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54576" y="3022937"/>
            <a:ext cx="2110740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6000" b="1" dirty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UCSM Internship </a:t>
            </a:r>
            <a:r>
              <a:rPr lang="en-US" sz="6000" b="1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Portal Management </a:t>
            </a:r>
            <a:r>
              <a:rPr lang="en-US" sz="6000" b="1" dirty="0">
                <a:solidFill>
                  <a:srgbClr val="0070C0"/>
                </a:solidFill>
                <a:latin typeface="Times New Roman" charset="0"/>
                <a:ea typeface="Times New Roman" charset="0"/>
                <a:cs typeface="Times New Roman" charset="0"/>
              </a:rPr>
              <a:t>System</a:t>
            </a:r>
            <a:endParaRPr lang="en-US" sz="6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81000" y="13239750"/>
            <a:ext cx="184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9" name="Content Placeholder 2"/>
          <p:cNvSpPr txBox="1">
            <a:spLocks/>
          </p:cNvSpPr>
          <p:nvPr/>
        </p:nvSpPr>
        <p:spPr>
          <a:xfrm>
            <a:off x="533400" y="14020800"/>
            <a:ext cx="10058400" cy="6172200"/>
          </a:xfrm>
          <a:prstGeom prst="rect">
            <a:avLst/>
          </a:prstGeom>
        </p:spPr>
        <p:txBody>
          <a:bodyPr vert="horz" lIns="313502" tIns="156751" rIns="313502" bIns="156751" rtlCol="0">
            <a:normAutofit/>
          </a:bodyPr>
          <a:lstStyle/>
          <a:p>
            <a:pPr marL="0" marR="0" lvl="0" indent="0" algn="ctr" defTabSz="31350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0174330" y="4594095"/>
            <a:ext cx="12369434" cy="1560051"/>
            <a:chOff x="-438095" y="23459171"/>
            <a:chExt cx="12430416" cy="1335857"/>
          </a:xfrm>
        </p:grpSpPr>
        <p:sp>
          <p:nvSpPr>
            <p:cNvPr id="108" name="Rectangle 107"/>
            <p:cNvSpPr/>
            <p:nvPr/>
          </p:nvSpPr>
          <p:spPr>
            <a:xfrm>
              <a:off x="-438095" y="23459171"/>
              <a:ext cx="12430416" cy="5302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my-MM" sz="3200" b="1" dirty="0">
                  <a:solidFill>
                    <a:srgbClr val="0070C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 </a:t>
              </a:r>
              <a:r>
                <a:rPr lang="en-US" sz="3200" b="1" dirty="0">
                  <a:solidFill>
                    <a:srgbClr val="0070C0"/>
                  </a:solidFill>
                  <a:effectLst/>
                  <a:latin typeface="Pyidaungsu" panose="020B0502040204020203" pitchFamily="34" charset="0"/>
                  <a:ea typeface="Calibri" panose="020F0502020204030204" pitchFamily="34" charset="0"/>
                  <a:cs typeface="Myanmar Text" panose="020B0502040204020203" pitchFamily="34" charset="0"/>
                </a:rPr>
                <a:t>Internship</a:t>
              </a:r>
              <a:r>
                <a:rPr lang="my-MM" sz="3200" b="1" dirty="0">
                  <a:solidFill>
                    <a:srgbClr val="0070C0"/>
                  </a:solidFill>
                  <a:effectLst/>
                  <a:latin typeface="Pyidaungsu" panose="020B0502040204020203" pitchFamily="34" charset="0"/>
                  <a:ea typeface="Calibri" panose="020F0502020204030204" pitchFamily="34" charset="0"/>
                  <a:cs typeface="Myanmar Text" panose="020B0502040204020203" pitchFamily="34" charset="0"/>
                </a:rPr>
                <a:t>များကို ဖော်ပြထားသောစာမျက်နှာ</a:t>
              </a:r>
              <a:endPara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endParaRPr>
            </a:p>
          </p:txBody>
        </p:sp>
        <p:sp>
          <p:nvSpPr>
            <p:cNvPr id="182" name="TextBox 4"/>
            <p:cNvSpPr txBox="1">
              <a:spLocks noChangeArrowheads="1"/>
            </p:cNvSpPr>
            <p:nvPr/>
          </p:nvSpPr>
          <p:spPr>
            <a:xfrm>
              <a:off x="553780" y="24035266"/>
              <a:ext cx="10301914" cy="759762"/>
            </a:xfrm>
            <a:prstGeom prst="rect">
              <a:avLst/>
            </a:prstGeom>
          </p:spPr>
          <p:txBody>
            <a:bodyPr vert="horz" wrap="square" lIns="313502" tIns="156751" rIns="313502" bIns="156751" rtlCol="0">
              <a:spAutoFit/>
            </a:bodyPr>
            <a:lstStyle/>
            <a:p>
              <a:pPr algn="just">
                <a:lnSpc>
                  <a:spcPct val="90000"/>
                </a:lnSpc>
              </a:pPr>
              <a:endParaRPr lang="en-US" sz="3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76967" y="4439701"/>
            <a:ext cx="10492948" cy="8983153"/>
            <a:chOff x="313600" y="15858113"/>
            <a:chExt cx="10641168" cy="8945106"/>
          </a:xfrm>
        </p:grpSpPr>
        <p:pic>
          <p:nvPicPr>
            <p:cNvPr id="34" name="Picture 1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3600" y="15858113"/>
              <a:ext cx="10641168" cy="8945106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35" name="Rectangle 34"/>
            <p:cNvSpPr/>
            <p:nvPr/>
          </p:nvSpPr>
          <p:spPr>
            <a:xfrm>
              <a:off x="598399" y="16040280"/>
              <a:ext cx="9601907" cy="6166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</a:pPr>
              <a:r>
                <a:rPr lang="my-MM" sz="3200" b="1" dirty="0">
                  <a:solidFill>
                    <a:srgbClr val="2FA9C1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တက္ကသိုလ်ပညာသင်ဆုများကိုဖော်ပြသော</a:t>
              </a:r>
              <a:r>
                <a:rPr lang="en-US" sz="3200" b="1" dirty="0">
                  <a:solidFill>
                    <a:srgbClr val="2FA9C1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Website</a:t>
              </a:r>
            </a:p>
          </p:txBody>
        </p:sp>
      </p:grpSp>
      <p:sp>
        <p:nvSpPr>
          <p:cNvPr id="39" name="TextBox 62"/>
          <p:cNvSpPr txBox="1">
            <a:spLocks noChangeArrowheads="1"/>
          </p:cNvSpPr>
          <p:nvPr/>
        </p:nvSpPr>
        <p:spPr bwMode="auto">
          <a:xfrm>
            <a:off x="3542637" y="901868"/>
            <a:ext cx="17361197" cy="1107996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3133725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3133725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3133725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3133725" eaLnBrk="0" fontAlgn="base" hangingPunct="0">
              <a:spcBef>
                <a:spcPct val="0"/>
              </a:spcBef>
              <a:spcAft>
                <a:spcPct val="0"/>
              </a:spcAft>
              <a:defRPr sz="6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6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University of Computer Studies, Mandalay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0626492" y="23400165"/>
            <a:ext cx="11049000" cy="1080296"/>
            <a:chOff x="10691579" y="23984430"/>
            <a:chExt cx="11141650" cy="1341396"/>
          </a:xfrm>
        </p:grpSpPr>
        <p:sp>
          <p:nvSpPr>
            <p:cNvPr id="32" name="Rectangle 31"/>
            <p:cNvSpPr/>
            <p:nvPr/>
          </p:nvSpPr>
          <p:spPr>
            <a:xfrm>
              <a:off x="10691579" y="23984430"/>
              <a:ext cx="11141650" cy="13413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07000"/>
                </a:lnSpc>
              </a:pPr>
              <a:r>
                <a:rPr lang="en-US" sz="3000" b="1" dirty="0">
                  <a:solidFill>
                    <a:srgbClr val="0070C0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Website</a:t>
              </a:r>
              <a:r>
                <a:rPr lang="my-MM" sz="3000" b="1" dirty="0">
                  <a:solidFill>
                    <a:srgbClr val="0070C0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တွင်အသုံးပြုထားသော</a:t>
              </a:r>
              <a:r>
                <a:rPr lang="en-US" sz="3000" b="1" dirty="0">
                  <a:solidFill>
                    <a:srgbClr val="0070C0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 Software, Hardware </a:t>
              </a:r>
              <a:r>
                <a:rPr lang="my-MM" sz="3000" b="1" dirty="0">
                  <a:solidFill>
                    <a:srgbClr val="0070C0"/>
                  </a:solidFill>
                  <a:latin typeface="Pyidaungsu" panose="020B0502040204020203" pitchFamily="34" charset="0"/>
                  <a:ea typeface="Calibri" panose="020F0502020204030204" pitchFamily="34" charset="0"/>
                  <a:cs typeface="Pyidaungsu" panose="020B0502040204020203" pitchFamily="34" charset="0"/>
                </a:rPr>
                <a:t> ပစ္စည်းများ</a:t>
              </a:r>
              <a:endParaRPr lang="en-US" sz="3000" b="1" dirty="0">
                <a:solidFill>
                  <a:srgbClr val="0070C0"/>
                </a:solidFill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endParaRPr>
            </a:p>
            <a:p>
              <a:pPr algn="ctr">
                <a:lnSpc>
                  <a:spcPct val="107000"/>
                </a:lnSpc>
              </a:pPr>
              <a:endParaRPr lang="en-US" sz="3000" b="1" dirty="0">
                <a:solidFill>
                  <a:srgbClr val="0070C0"/>
                </a:solidFill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endParaRPr>
            </a:p>
          </p:txBody>
        </p:sp>
        <p:sp>
          <p:nvSpPr>
            <p:cNvPr id="33" name="TextBox 4"/>
            <p:cNvSpPr txBox="1">
              <a:spLocks noChangeArrowheads="1"/>
            </p:cNvSpPr>
            <p:nvPr/>
          </p:nvSpPr>
          <p:spPr>
            <a:xfrm>
              <a:off x="11004637" y="24110742"/>
              <a:ext cx="10233091" cy="809006"/>
            </a:xfrm>
            <a:prstGeom prst="rect">
              <a:avLst/>
            </a:prstGeom>
          </p:spPr>
          <p:txBody>
            <a:bodyPr vert="horz" wrap="square" lIns="313502" tIns="156751" rIns="313502" bIns="156751" rtlCol="0">
              <a:spAutoFit/>
            </a:bodyPr>
            <a:lstStyle/>
            <a:p>
              <a:pPr marL="432000" indent="-324000" algn="just">
                <a:spcAft>
                  <a:spcPts val="1060"/>
                </a:spcAft>
                <a:buClr>
                  <a:srgbClr val="0066FF"/>
                </a:buClr>
                <a:buSzPct val="40000"/>
                <a:buFont typeface="Wingdings" charset="2"/>
                <a:buChar char=""/>
              </a:pPr>
              <a:endParaRPr lang="en-US" sz="3200" spc="-1" dirty="0">
                <a:solidFill>
                  <a:srgbClr val="05050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0709189" y="14206013"/>
            <a:ext cx="10356919" cy="619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Website </a:t>
            </a:r>
            <a:r>
              <a:rPr lang="my-MM" sz="3200" b="1" dirty="0">
                <a:solidFill>
                  <a:srgbClr val="0070C0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သို့ဝင်ရောက်လျှင်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 </a:t>
            </a:r>
            <a:r>
              <a:rPr lang="my-MM" sz="3200" b="1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Pyidaungsu" panose="020B0502040204020203" pitchFamily="34" charset="0"/>
              </a:rPr>
              <a:t>တွေ့မြင်ရမည့်စာမျက်နှာ</a:t>
            </a:r>
            <a:endParaRPr lang="en-US" sz="3200" b="1" dirty="0">
              <a:solidFill>
                <a:srgbClr val="2FA9C1"/>
              </a:solidFill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</p:txBody>
      </p:sp>
      <p:sp>
        <p:nvSpPr>
          <p:cNvPr id="48" name="TextBox 4">
            <a:extLst>
              <a:ext uri="{FF2B5EF4-FFF2-40B4-BE49-F238E27FC236}">
                <a16:creationId xmlns:a16="http://schemas.microsoft.com/office/drawing/2014/main" id="{7D03D456-8EA7-495C-A1DF-63949383682E}"/>
              </a:ext>
            </a:extLst>
          </p:cNvPr>
          <p:cNvSpPr txBox="1">
            <a:spLocks noChangeArrowheads="1"/>
          </p:cNvSpPr>
          <p:nvPr/>
        </p:nvSpPr>
        <p:spPr>
          <a:xfrm>
            <a:off x="11108728" y="23284291"/>
            <a:ext cx="10084528" cy="809006"/>
          </a:xfrm>
          <a:prstGeom prst="rect">
            <a:avLst/>
          </a:prstGeom>
        </p:spPr>
        <p:txBody>
          <a:bodyPr vert="horz" wrap="square" lIns="313502" tIns="156751" rIns="313502" bIns="156751" rtlCol="0">
            <a:spAutoFit/>
          </a:bodyPr>
          <a:lstStyle/>
          <a:p>
            <a:pPr marL="432000" indent="-324000">
              <a:spcAft>
                <a:spcPts val="1060"/>
              </a:spcAft>
              <a:buClr>
                <a:srgbClr val="0066FF"/>
              </a:buClr>
              <a:buSzPct val="40000"/>
              <a:buFont typeface="Wingdings" charset="2"/>
              <a:buChar char=""/>
            </a:pPr>
            <a:endParaRPr lang="en-US" sz="3200" spc="-1" dirty="0">
              <a:solidFill>
                <a:srgbClr val="05050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Box 1">
            <a:extLst>
              <a:ext uri="{FF2B5EF4-FFF2-40B4-BE49-F238E27FC236}">
                <a16:creationId xmlns:a16="http://schemas.microsoft.com/office/drawing/2014/main" id="{552662B7-4206-46BB-9E06-758783746445}"/>
              </a:ext>
            </a:extLst>
          </p:cNvPr>
          <p:cNvSpPr txBox="1"/>
          <p:nvPr/>
        </p:nvSpPr>
        <p:spPr>
          <a:xfrm>
            <a:off x="533400" y="5385028"/>
            <a:ext cx="10403546" cy="809177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/>
            <a:r>
              <a:rPr lang="my-MM" sz="2600" b="1" dirty="0">
                <a:solidFill>
                  <a:srgbClr val="2FA9C1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နိဒါန်း </a:t>
            </a: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my-MM" sz="2400" dirty="0"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     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သည် တက္ကသိုလ်ကျောင်းသားများကို အလုပ်သင်အတွေ့အကြုံ ဖြစ်စေမည့် ကာလတစ်ခုဖြစ်ပါသည်။ ကျောင်းသားများသည် လုပ်ငန်းခွင်များကို ကိုယ်တိုင်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ရှာဖွေကြရသည်။ တက္ကသိုလ်ကျောင်းများသည် ကျောင်းသားများကို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အလုပ်နှင့်သက်ဆိုင်သော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Information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များ ပေးပို့ရာတွင် အခက်အခဲရှိပါသည်။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UCSM Internship Portal Management System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သည်</a:t>
            </a:r>
            <a:r>
              <a:rPr lang="en-US" sz="2400" dirty="0"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ကျောင်းသားများကို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Online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မှတစ်ဆင့်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Company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များတွင်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အလုပ်ဝင်နိုင်ရန်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ကူညီပေးသော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Website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ဖြစ်ပါသည်။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အဆိုပါ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Website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သည်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Process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ကို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ပိုမိုလွယ်ကူစေရန် ကူညီပေးမည် ဖြစ်ပါသည်။</a:t>
            </a:r>
            <a:r>
              <a:rPr lang="en-US" sz="2400" b="1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171450" marR="0" algn="just">
              <a:lnSpc>
                <a:spcPct val="150000"/>
              </a:lnSpc>
            </a:pP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</a:p>
          <a:p>
            <a:pPr marL="0" marR="0"/>
            <a:r>
              <a:rPr lang="en-US" sz="2400" b="1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/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</a:p>
        </p:txBody>
      </p:sp>
      <p:sp>
        <p:nvSpPr>
          <p:cNvPr id="45" name="Text Box 2">
            <a:extLst>
              <a:ext uri="{FF2B5EF4-FFF2-40B4-BE49-F238E27FC236}">
                <a16:creationId xmlns:a16="http://schemas.microsoft.com/office/drawing/2014/main" id="{965288EA-3CF2-4246-888E-DF99951E59CB}"/>
              </a:ext>
            </a:extLst>
          </p:cNvPr>
          <p:cNvSpPr txBox="1"/>
          <p:nvPr/>
        </p:nvSpPr>
        <p:spPr>
          <a:xfrm>
            <a:off x="475827" y="15194655"/>
            <a:ext cx="10149951" cy="7082192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buClr>
                <a:srgbClr val="FF00FF"/>
              </a:buClr>
            </a:pPr>
            <a:endParaRPr lang="my-MM" sz="2400" dirty="0"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ကျောင်းသား၊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ကျောင်းသူများသည်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အခွင့်အလမ်းများကို ဖော်ပြထားသော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Website (UCSM Internship Portal Management System)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ကို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အသုံးပြုခြင်းအားဖြင့်  မန္တလေးကွန်ပျူတာတက္ကသိုလ်မှ လက်ခံထားသော</a:t>
            </a:r>
            <a:r>
              <a:rPr lang="my-MM" sz="2400" i="1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ဆိုင်ရာ  အချက်အလက်များကို လွယ်ကူလျင်မြန်စွာ သိရှိနိုင်ရန် ရည်ရွယ်ပါသည်။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 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ကျောင်းသား၊ ကျောင်းသူများအား မိမိတို့ စိတ်ဝင်စားရာ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များကို လွယ်ကူ လျင်မြန်စွာ လျှောက်ထားနိုင်ရန် ရည်ရွယ်ပါသည်။ 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R="0" lv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ကျောင်းသား၊ ကျောင်းသူများ </a:t>
            </a:r>
            <a:r>
              <a:rPr lang="en-US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Internship</a:t>
            </a:r>
            <a:r>
              <a:rPr lang="my-MM" sz="240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ဆ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ိုင်ရာ အချက်အလက်များ ရှာဖွေရာတွင် အချိန်ကု</a:t>
            </a:r>
            <a:r>
              <a:rPr lang="my-MM" sz="240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န်သက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်သာစေ</a:t>
            </a:r>
            <a:r>
              <a:rPr lang="my-MM" sz="240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ရန်န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ှင့် လွယ်</a:t>
            </a:r>
            <a:r>
              <a:rPr lang="my-MM" sz="240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ကူလ</a:t>
            </a:r>
            <a:r>
              <a:rPr lang="my-MM" sz="2400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ျင်မြန်စေရန် ရည်ရွယ်ပါသည်။</a:t>
            </a: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</p:txBody>
      </p:sp>
      <p:sp>
        <p:nvSpPr>
          <p:cNvPr id="57" name="Text Box 12">
            <a:extLst>
              <a:ext uri="{FF2B5EF4-FFF2-40B4-BE49-F238E27FC236}">
                <a16:creationId xmlns:a16="http://schemas.microsoft.com/office/drawing/2014/main" id="{6FB08946-8553-4D04-BFF9-D653B4D361A3}"/>
              </a:ext>
            </a:extLst>
          </p:cNvPr>
          <p:cNvSpPr txBox="1"/>
          <p:nvPr/>
        </p:nvSpPr>
        <p:spPr>
          <a:xfrm>
            <a:off x="10972151" y="24153429"/>
            <a:ext cx="10287649" cy="8371447"/>
          </a:xfrm>
          <a:prstGeom prst="rect">
            <a:avLst/>
          </a:prstGeom>
          <a:solidFill>
            <a:sysClr val="window" lastClr="FFFFFF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399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Pyidaungsu" panose="020B0502040204020203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 </a:t>
            </a:r>
            <a:endParaRPr lang="en-US" sz="20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algn="ctr">
              <a:lnSpc>
                <a:spcPct val="107000"/>
              </a:lnSpc>
            </a:pPr>
            <a:endParaRPr lang="en-US" sz="2000" b="1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dirty="0">
              <a:solidFill>
                <a:srgbClr val="FF0066"/>
              </a:solidFill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latin typeface="Pyidaungsu" panose="020B0502040204020203" pitchFamily="34" charset="0"/>
              <a:ea typeface="Calibri" panose="020F0502020204030204" pitchFamily="34" charset="0"/>
              <a:cs typeface="Pyidaungsu" panose="020B0502040204020203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35A948D-703A-403E-BD14-F97643762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608580"/>
              </p:ext>
            </p:extLst>
          </p:nvPr>
        </p:nvGraphicFramePr>
        <p:xfrm>
          <a:off x="11441150" y="24275037"/>
          <a:ext cx="9333495" cy="7843365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357934">
                  <a:extLst>
                    <a:ext uri="{9D8B030D-6E8A-4147-A177-3AD203B41FA5}">
                      <a16:colId xmlns:a16="http://schemas.microsoft.com/office/drawing/2014/main" val="3820530559"/>
                    </a:ext>
                  </a:extLst>
                </a:gridCol>
                <a:gridCol w="5975561">
                  <a:extLst>
                    <a:ext uri="{9D8B030D-6E8A-4147-A177-3AD203B41FA5}">
                      <a16:colId xmlns:a16="http://schemas.microsoft.com/office/drawing/2014/main" val="4132930922"/>
                    </a:ext>
                  </a:extLst>
                </a:gridCol>
              </a:tblGrid>
              <a:tr h="29228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Hardware Requirements:</a:t>
                      </a:r>
                      <a:endParaRPr lang="en-US" sz="2800" b="0" dirty="0">
                        <a:effectLst/>
                        <a:latin typeface="Pyidaungsu" panose="020B0502040204020203" pitchFamily="34" charset="0"/>
                        <a:ea typeface="Calibri" panose="020F0502020204030204" pitchFamily="34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Laptop Core i7-2600</a:t>
                      </a:r>
                      <a:endParaRPr kumimoji="0" lang="en-US" sz="280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4 GB (RAM)</a:t>
                      </a: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2800" dirty="0">
                          <a:effectLst/>
                        </a:rPr>
                        <a:t>64-bit Operating System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Pyidaungsu" panose="020B0502040204020203" pitchFamily="34" charset="0"/>
                        <a:ea typeface="Calibri" panose="020F0502020204030204" pitchFamily="34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4789653"/>
                  </a:ext>
                </a:extLst>
              </a:tr>
              <a:tr h="49205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Software Requirements: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Pyidaungsu" panose="020B0502040204020203" pitchFamily="34" charset="0"/>
                        <a:ea typeface="+mn-ea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Any Web Browser</a:t>
                      </a: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PHP Language</a:t>
                      </a: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Apache XAMPP Server</a:t>
                      </a: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MySQL</a:t>
                      </a:r>
                    </a:p>
                    <a:p>
                      <a:pPr marL="1143000" marR="0" lvl="2" indent="-228600" algn="l" defTabSz="457200" rtl="0" eaLnBrk="1" fontAlgn="auto" latinLnBrk="0" hangingPunct="1">
                        <a:lnSpc>
                          <a:spcPct val="17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CD433"/>
                        </a:buClr>
                        <a:buSzPct val="80000"/>
                        <a:buFont typeface="Wingdings 3" charset="2"/>
                        <a:buChar char=""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Star UML</a:t>
                      </a:r>
                      <a:endParaRPr lang="en-US" sz="2800" b="0" dirty="0">
                        <a:solidFill>
                          <a:schemeClr val="tx1"/>
                        </a:solidFill>
                        <a:effectLst/>
                        <a:latin typeface="Pyidaungsu" panose="020B0502040204020203" pitchFamily="34" charset="0"/>
                        <a:ea typeface="Calibri" panose="020F0502020204030204" pitchFamily="34" charset="0"/>
                        <a:cs typeface="Pyidaungsu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41767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C588C1B-6B1B-4381-B2EF-699578D07B1B}"/>
              </a:ext>
            </a:extLst>
          </p:cNvPr>
          <p:cNvSpPr txBox="1"/>
          <p:nvPr/>
        </p:nvSpPr>
        <p:spPr>
          <a:xfrm>
            <a:off x="591131" y="23338614"/>
            <a:ext cx="9750928" cy="619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Internship </a:t>
            </a:r>
            <a:r>
              <a:rPr lang="my-MM" sz="3200" b="1" dirty="0">
                <a:solidFill>
                  <a:srgbClr val="0070C0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လျှောက်ရန်ဖြည့်သွင်းရမည့်</a:t>
            </a:r>
            <a:r>
              <a:rPr lang="en-US" sz="3200" b="1" dirty="0">
                <a:solidFill>
                  <a:srgbClr val="0070C0"/>
                </a:solidFill>
                <a:effectLst/>
                <a:latin typeface="Pyidaungsu" panose="020B0502040204020203" pitchFamily="34" charset="0"/>
                <a:ea typeface="Calibri" panose="020F0502020204030204" pitchFamily="34" charset="0"/>
                <a:cs typeface="Myanmar Text" panose="020B0502040204020203" pitchFamily="34" charset="0"/>
              </a:rPr>
              <a:t> Form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DBF7C1-8D0D-4A0E-8C23-B1698F715B55}"/>
              </a:ext>
            </a:extLst>
          </p:cNvPr>
          <p:cNvSpPr txBox="1"/>
          <p:nvPr/>
        </p:nvSpPr>
        <p:spPr>
          <a:xfrm>
            <a:off x="1066800" y="14163528"/>
            <a:ext cx="9107530" cy="619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my-MM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Pyidaungsu" panose="020B0502040204020203" pitchFamily="34" charset="0"/>
              </a:rPr>
              <a:t>ရည်ရွယ်ချက်</a:t>
            </a:r>
            <a:endParaRPr lang="en-US" sz="40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yanmar Tex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EB55FF-2568-8410-0685-5F3D2EE77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6096000"/>
            <a:ext cx="9456292" cy="6530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2FAD4D-835F-1CDB-1D86-C716882FF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1150" y="15424783"/>
            <a:ext cx="9339802" cy="650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DF696A-D52C-D232-A811-1C591D09D3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99" y="24714390"/>
            <a:ext cx="9685109" cy="6832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3921</TotalTime>
  <Words>745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Pyidaungsu</vt:lpstr>
      <vt:lpstr>Times New Roman</vt:lpstr>
      <vt:lpstr>Wingdings</vt:lpstr>
      <vt:lpstr>Wingdings 3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dschoner3</dc:creator>
  <cp:lastModifiedBy>Allergic s</cp:lastModifiedBy>
  <cp:revision>377</cp:revision>
  <dcterms:created xsi:type="dcterms:W3CDTF">2009-09-15T16:02:44Z</dcterms:created>
  <dcterms:modified xsi:type="dcterms:W3CDTF">2024-03-11T07:34:56Z</dcterms:modified>
</cp:coreProperties>
</file>